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5" r:id="rId7"/>
    <p:sldId id="263" r:id="rId8"/>
    <p:sldId id="266" r:id="rId9"/>
    <p:sldId id="267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964FE-CA8F-49CC-87DB-71095B695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19D9B4-2426-4340-88AD-C70A8CFEC6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84EED2-A94F-47C9-92CA-D441FB48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7DECE8-0D89-4458-99F7-93EF2B5BB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DF8C30-6B9C-494F-AE9B-DC62ED9B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98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48B13-8753-4BFE-ABE7-6BAEA3C7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F9AFDF-D31E-4881-9CFD-15EDC75EC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B2F295-F454-4CAA-B1CE-F02740B53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7D34E6-2A68-49E6-AF12-7CC9C820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6913DE-C874-4A88-B1C3-BADE1710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536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4C3AF-9D83-4F83-A5D5-1D35C2158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B19844-220B-493F-8A21-2A1DCD4B6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2F1A3D-3A7D-4A89-8854-437802EB7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5BBF1E-051E-4BAF-9018-B416526A9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1CCE97-7989-4257-B816-03C6B76EA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31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ADD36-0B6F-43FF-BE94-B503E8724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D4C9C1-39DD-4A8D-A10D-2D93F9527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0B7D5F-C123-423A-BF5B-6EF34B4A9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CAA902-EE66-4E24-B7B7-D9B8BBDD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F2F566-0F0E-42BF-8AB2-EA47F07DF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DD1D00-C8E1-46F3-A3AF-8CA4FCA6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889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C3580-9CB6-4A35-BFE7-A2E78028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0B597A-04B7-472E-8217-1FE8C20C7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A865E9-B35A-4C0D-A25B-91A7BA6C6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2741F1B-04D3-4BE6-94F7-81CEB658E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17F496-F23D-46DA-9FE9-A33CC5B14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AF200F8-1FBF-4E24-ABDC-FD15FDEB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3E40E74-0D56-4370-A1B8-C621BFF0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5234226-81A5-4D91-81CB-44B01F92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33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93375-A167-475E-9181-19B826F5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34EF38F-9CA9-4412-BD59-4DB13853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F40DA-CCBB-4C25-8B88-48392AFE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3A85B7-D4EE-4FDE-B4C5-764D0EF7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486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5732C4-EB0E-4103-9980-E4D2B917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AD226CF-7A2E-4F81-BC99-5D28D0C5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3507DD-F25F-41AD-BD02-6C59DC6C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428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D19AD-73AF-4299-B619-8B044F06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AB785F-6C7A-4C83-9440-3951E7A1E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E197FE-A774-4D40-ACA6-1B61A67E6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10EF25-FC25-4D0E-867A-BC7726929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6C0178-11A8-48AA-80A6-B4753F04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947E02-DC2B-4609-B679-69B289C7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676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30DEB-9509-45A0-967E-F0AEEE9B3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A8E8D76-1504-4D88-814E-0364752B3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F1D3D7-3752-4587-8E86-BFE47179D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78E473-1A38-4A35-8966-D8149E6FA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662A3-36CF-4273-8016-7C4A6B28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5A46D5-5FC0-4419-BD36-05AA1312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489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8A093-5121-4FBD-B8A6-1324CED3A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432F76-29F7-4EC8-ACC6-1C6DB50E9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97B861-6DBF-4BB3-95E3-8C9D496B6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7B1CA0-BDAA-4B43-863A-FC4A037D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D31480-9DF6-4ADB-9B3E-E2E30F0C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890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A113B7-7AEE-4EF3-894D-8520FF92B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044F5B-9C3E-42CF-A042-1C960DE1F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CB21AD-34ED-4CF4-93D5-4BBC6817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B0EB1C-F9D7-467F-B483-32193167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198E4A-CA47-4120-8CB4-7373664F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89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FEE27-BE6A-4079-A5DF-7DC4156C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16D2E4-40F0-43F8-972A-AB2B56331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294467-1C82-4EEB-AA65-C1146A0F2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61D33-8037-414F-A8F0-FD22A82CC9C7}" type="datetimeFigureOut">
              <a:rPr lang="ru-RU" smtClean="0"/>
              <a:t>03.06.2021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E5061C-381B-48E9-89EB-35838D702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8FC97-F26C-4A76-9CCB-2DA02F903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68F34-EB22-4EC6-A441-7CA2D4909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80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8FC3EF-EC32-448E-97B1-97939B028A1F}"/>
              </a:ext>
            </a:extLst>
          </p:cNvPr>
          <p:cNvSpPr txBox="1"/>
          <p:nvPr/>
        </p:nvSpPr>
        <p:spPr>
          <a:xfrm>
            <a:off x="644892" y="2063500"/>
            <a:ext cx="684356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u="sng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CipherC</a:t>
            </a:r>
            <a:endParaRPr lang="ru-RU" sz="8800" b="1" u="sng" dirty="0">
              <a:solidFill>
                <a:schemeClr val="accent4">
                  <a:lumMod val="40000"/>
                  <a:lumOff val="6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CCFA1-BE68-4E6E-8DE3-E72EEFC5928A}"/>
              </a:ext>
            </a:extLst>
          </p:cNvPr>
          <p:cNvSpPr txBox="1"/>
          <p:nvPr/>
        </p:nvSpPr>
        <p:spPr>
          <a:xfrm>
            <a:off x="1068404" y="3863476"/>
            <a:ext cx="6256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Узнайте что писал Цезарь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0A715-4234-4F95-B9EF-CD78AFA8D1F2}"/>
              </a:ext>
            </a:extLst>
          </p:cNvPr>
          <p:cNvSpPr txBox="1"/>
          <p:nvPr/>
        </p:nvSpPr>
        <p:spPr>
          <a:xfrm>
            <a:off x="8864868" y="2174055"/>
            <a:ext cx="17100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Город</a:t>
            </a:r>
          </a:p>
          <a:p>
            <a:pPr algn="ctr"/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Москва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9BDBB8-75BE-41F1-8E72-BACA0BAC98FE}"/>
              </a:ext>
            </a:extLst>
          </p:cNvPr>
          <p:cNvSpPr txBox="1"/>
          <p:nvPr/>
        </p:nvSpPr>
        <p:spPr>
          <a:xfrm>
            <a:off x="8580922" y="3556216"/>
            <a:ext cx="22779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Учащийся</a:t>
            </a:r>
          </a:p>
          <a:p>
            <a:pPr algn="ctr"/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Внуков Андрей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7CB45-D096-4D4C-B5A9-A2A3F29A4A9D}"/>
              </a:ext>
            </a:extLst>
          </p:cNvPr>
          <p:cNvSpPr txBox="1"/>
          <p:nvPr/>
        </p:nvSpPr>
        <p:spPr>
          <a:xfrm>
            <a:off x="7972926" y="5009336"/>
            <a:ext cx="34939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Преподаватель</a:t>
            </a:r>
          </a:p>
          <a:p>
            <a:pPr algn="ctr"/>
            <a:r>
              <a:rPr lang="ru-R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Егоров Дмитрий Сергеевич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242960-1DFB-417D-870F-136EC7646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4446" y="14004"/>
            <a:ext cx="3747554" cy="121944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57225827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B7ECAA-440D-41D7-836F-93A7F1B186CD}"/>
              </a:ext>
            </a:extLst>
          </p:cNvPr>
          <p:cNvSpPr txBox="1"/>
          <p:nvPr/>
        </p:nvSpPr>
        <p:spPr>
          <a:xfrm>
            <a:off x="1655546" y="654518"/>
            <a:ext cx="1251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Цель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F3871-FA3B-45DF-BB0B-FA3ADE9E0F3B}"/>
              </a:ext>
            </a:extLst>
          </p:cNvPr>
          <p:cNvSpPr txBox="1"/>
          <p:nvPr/>
        </p:nvSpPr>
        <p:spPr>
          <a:xfrm>
            <a:off x="269506" y="1426558"/>
            <a:ext cx="6862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Создать простое в понимании приложение, с помощью которого будет возможно за пару нажатий зашифровать тот или иной текст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194A0-2990-4C79-8868-AE5A027CD5F4}"/>
              </a:ext>
            </a:extLst>
          </p:cNvPr>
          <p:cNvSpPr txBox="1"/>
          <p:nvPr/>
        </p:nvSpPr>
        <p:spPr>
          <a:xfrm>
            <a:off x="1386039" y="2402511"/>
            <a:ext cx="1444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u="sng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04423-5315-410A-807D-A333D87A0526}"/>
              </a:ext>
            </a:extLst>
          </p:cNvPr>
          <p:cNvSpPr txBox="1"/>
          <p:nvPr/>
        </p:nvSpPr>
        <p:spPr>
          <a:xfrm>
            <a:off x="462011" y="3316908"/>
            <a:ext cx="5921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</a:rPr>
              <a:t>Авторизация и регистрация.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</a:rPr>
              <a:t>Создание личного кабинета.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</a:rPr>
              <a:t>Реализация методов шифрования  и шифровки разными способами, такими как: шифр Цезаря, литорея и т.д.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</a:rPr>
              <a:t>Внешнее оформление приложения.</a:t>
            </a:r>
          </a:p>
          <a:p>
            <a:endParaRPr lang="ru-RU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D49A33-7457-4AFF-BEA0-6ABCA2344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4446" y="14004"/>
            <a:ext cx="3747554" cy="121944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4E3A3D-3A1F-4ECA-8074-39C2B0BD0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485" y="2402511"/>
            <a:ext cx="4111504" cy="411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6713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1ACD215-5EF0-4448-9F80-3993C2246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4446" y="14004"/>
            <a:ext cx="3747554" cy="121944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8BCFA6-C6FA-48C1-A227-A5DC40C33DF2}"/>
              </a:ext>
            </a:extLst>
          </p:cNvPr>
          <p:cNvSpPr txBox="1"/>
          <p:nvPr/>
        </p:nvSpPr>
        <p:spPr>
          <a:xfrm>
            <a:off x="4310411" y="616680"/>
            <a:ext cx="5091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Работа программы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15BEBAC-B9D7-4BEB-AAEA-CB5240F20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02" y="1233446"/>
            <a:ext cx="2905117" cy="539060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EC21D45-BC50-4ACA-A09B-2C4E9CC8FE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001" y="1233446"/>
            <a:ext cx="2905117" cy="539060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7A15980-17E2-4089-92A9-9E09F64573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163" y="1233446"/>
            <a:ext cx="2905117" cy="539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781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0C67DD-0B84-4E71-8138-6AE4B4073C4B}"/>
              </a:ext>
            </a:extLst>
          </p:cNvPr>
          <p:cNvSpPr txBox="1"/>
          <p:nvPr/>
        </p:nvSpPr>
        <p:spPr>
          <a:xfrm>
            <a:off x="3889587" y="128267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Фрагменты кода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10B860D-BB38-4110-BC91-E210E3A3E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4446" y="14004"/>
            <a:ext cx="3747554" cy="121944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D8340D8-B922-4D93-AD5E-9BB87EE73CB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711" t="42714" r="31719" b="19438"/>
          <a:stretch/>
        </p:blipFill>
        <p:spPr>
          <a:xfrm>
            <a:off x="788992" y="1233446"/>
            <a:ext cx="10011190" cy="552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7193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923714F-024B-429E-A4BE-985CB1BFF2D8}"/>
              </a:ext>
            </a:extLst>
          </p:cNvPr>
          <p:cNvSpPr/>
          <p:nvPr/>
        </p:nvSpPr>
        <p:spPr>
          <a:xfrm>
            <a:off x="-182880" y="0"/>
            <a:ext cx="12758057" cy="7210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D35178-EB8C-4FAF-B23A-26D950A26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4446" y="14004"/>
            <a:ext cx="3747554" cy="121944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EE0FEF8-9032-4EDF-BD79-C6271E913C6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003" t="30477" r="53585" b="25341"/>
          <a:stretch/>
        </p:blipFill>
        <p:spPr>
          <a:xfrm>
            <a:off x="205882" y="124554"/>
            <a:ext cx="8238564" cy="696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6285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781186-C0B5-45A5-ACE0-F3A70FDDD183}"/>
              </a:ext>
            </a:extLst>
          </p:cNvPr>
          <p:cNvSpPr/>
          <p:nvPr/>
        </p:nvSpPr>
        <p:spPr>
          <a:xfrm>
            <a:off x="-197224" y="0"/>
            <a:ext cx="12613342" cy="70193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41B31A-50EF-4277-A633-BC17A0824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4446" y="14004"/>
            <a:ext cx="3747554" cy="121944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FE0961D-CF9F-48F2-AFA3-002E6BDBBD9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226" t="46160" r="31068" b="22968"/>
          <a:stretch/>
        </p:blipFill>
        <p:spPr>
          <a:xfrm>
            <a:off x="-1" y="1418490"/>
            <a:ext cx="12192001" cy="532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9376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5FDC88-806C-44E7-8C68-059A595F9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4446" y="14004"/>
            <a:ext cx="3747554" cy="121944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DEA360-8097-4699-9094-2490D02A286E}"/>
              </a:ext>
            </a:extLst>
          </p:cNvPr>
          <p:cNvSpPr txBox="1"/>
          <p:nvPr/>
        </p:nvSpPr>
        <p:spPr>
          <a:xfrm>
            <a:off x="2002973" y="300559"/>
            <a:ext cx="679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i="1" u="sng" dirty="0">
                <a:solidFill>
                  <a:srgbClr val="FFC000"/>
                </a:solidFill>
              </a:rPr>
              <a:t>Используемые библиотеки: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291DE-604C-4A8C-8CB0-B24157C94036}"/>
              </a:ext>
            </a:extLst>
          </p:cNvPr>
          <p:cNvSpPr txBox="1"/>
          <p:nvPr/>
        </p:nvSpPr>
        <p:spPr>
          <a:xfrm>
            <a:off x="3495058" y="996344"/>
            <a:ext cx="34573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Material design</a:t>
            </a:r>
          </a:p>
          <a:p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8A0FE-584E-4281-9F8E-FF2D398ACF37}"/>
              </a:ext>
            </a:extLst>
          </p:cNvPr>
          <p:cNvSpPr txBox="1"/>
          <p:nvPr/>
        </p:nvSpPr>
        <p:spPr>
          <a:xfrm>
            <a:off x="3200401" y="1600317"/>
            <a:ext cx="4397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Хороший способ систематизировать элементы дизайна и их поведение в GUI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BD5BA2-1434-40AF-B23B-D3C056BBE0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8436" b="34816"/>
          <a:stretch/>
        </p:blipFill>
        <p:spPr>
          <a:xfrm>
            <a:off x="1778318" y="2211320"/>
            <a:ext cx="7417934" cy="434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9913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D588E38-14DF-457E-A635-A92A304E7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4446" y="14004"/>
            <a:ext cx="3747554" cy="121944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B687CE-5C27-45A5-B373-BAA40B2DDCD0}"/>
              </a:ext>
            </a:extLst>
          </p:cNvPr>
          <p:cNvSpPr txBox="1"/>
          <p:nvPr/>
        </p:nvSpPr>
        <p:spPr>
          <a:xfrm>
            <a:off x="2534193" y="413540"/>
            <a:ext cx="4824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i="1" u="sng" dirty="0">
                <a:solidFill>
                  <a:srgbClr val="FFC000"/>
                </a:solidFill>
              </a:rPr>
              <a:t>Хранение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7833F-BCA4-40AF-8AEE-360F636BF1A3}"/>
              </a:ext>
            </a:extLst>
          </p:cNvPr>
          <p:cNvSpPr txBox="1"/>
          <p:nvPr/>
        </p:nvSpPr>
        <p:spPr>
          <a:xfrm>
            <a:off x="624712" y="3075057"/>
            <a:ext cx="4173712" cy="707886"/>
          </a:xfrm>
          <a:prstGeom prst="rect">
            <a:avLst/>
          </a:prstGeom>
          <a:solidFill>
            <a:srgbClr val="FF9966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 Preferences</a:t>
            </a:r>
            <a:endParaRPr lang="ru-RU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F3A194-2DC4-4896-82E3-C703B7602B3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064" b="6794"/>
          <a:stretch/>
        </p:blipFill>
        <p:spPr>
          <a:xfrm>
            <a:off x="6484593" y="1528354"/>
            <a:ext cx="3102110" cy="491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7986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72DBDA-FD59-4B5D-913B-6229A80DD531}"/>
              </a:ext>
            </a:extLst>
          </p:cNvPr>
          <p:cNvSpPr txBox="1"/>
          <p:nvPr/>
        </p:nvSpPr>
        <p:spPr>
          <a:xfrm>
            <a:off x="3936274" y="383177"/>
            <a:ext cx="5704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i="1" u="sng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Перспективы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FFABC-2110-4C81-BF06-31313E3D6373}"/>
              </a:ext>
            </a:extLst>
          </p:cNvPr>
          <p:cNvSpPr txBox="1"/>
          <p:nvPr/>
        </p:nvSpPr>
        <p:spPr>
          <a:xfrm>
            <a:off x="512372" y="1256401"/>
            <a:ext cx="980585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Личный кабинет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3200" b="1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Настройки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3200" b="1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Добавление современных методов шифрования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3200" b="1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История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3200" b="1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Добавление </a:t>
            </a:r>
            <a:r>
              <a:rPr lang="en-US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Recycler</a:t>
            </a:r>
            <a:r>
              <a:rPr lang="ru-RU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View</a:t>
            </a:r>
            <a:endParaRPr lang="ru-RU" sz="3200" b="1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3200" b="1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Возможность расшифровки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F496A6-5ABD-497D-BD43-03B48F009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4446" y="14004"/>
            <a:ext cx="3747554" cy="121944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968258-C848-4D66-83CA-F1E98EC623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697" y="1575099"/>
            <a:ext cx="6104708" cy="148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37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92217D-13A9-45BB-B620-7394AEE720B2}"/>
              </a:ext>
            </a:extLst>
          </p:cNvPr>
          <p:cNvSpPr txBox="1"/>
          <p:nvPr/>
        </p:nvSpPr>
        <p:spPr>
          <a:xfrm>
            <a:off x="905933" y="2419756"/>
            <a:ext cx="10380133" cy="1200329"/>
          </a:xfrm>
          <a:prstGeom prst="rect">
            <a:avLst/>
          </a:prstGeom>
          <a:solidFill>
            <a:schemeClr val="accent2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ru-RU" sz="7200" b="1" i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96B949-FFAA-4EE2-AA18-16763C125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44446" y="14004"/>
            <a:ext cx="3747554" cy="121944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67676412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573</TotalTime>
  <Words>107</Words>
  <Application>Microsoft Office PowerPoint</Application>
  <PresentationFormat>Широкоэкранный</PresentationFormat>
  <Paragraphs>38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Bahnschrift SemiBold</vt:lpstr>
      <vt:lpstr>Berlin Sans FB Demi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</dc:creator>
  <cp:lastModifiedBy>Andrey</cp:lastModifiedBy>
  <cp:revision>20</cp:revision>
  <dcterms:created xsi:type="dcterms:W3CDTF">2021-05-28T21:21:02Z</dcterms:created>
  <dcterms:modified xsi:type="dcterms:W3CDTF">2021-06-03T11:20:05Z</dcterms:modified>
</cp:coreProperties>
</file>